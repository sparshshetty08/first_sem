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in order: 'DATA SCIENCE WITH PYTHON', 'Science', 'nohtyP htiw ecneicS ataD', True,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5486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98480" y="15544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269748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0" y="3840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f''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66960" y="47091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Strings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• Indexing • Slicing • Operators • Methods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Python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Strings &amp; Indexing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Quotes, immutability, positive and negative indexing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&amp; Operators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63040" y="30632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s[start:stop:step], +, *, in, not 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749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Methods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strip, split, join, replace, find, and more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Formatting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63040" y="5166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%-formatting, .format(), and f-strings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Strings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an immutable sequence of characters, created with single, double, or triple quotes.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67712"/>
            <a:ext cx="106070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'hello'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"hello"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= '''This is a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multi-line string'''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 = """Also multi-line,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often used for docstrings"""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93792"/>
            <a:ext cx="10515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and double quotes are functionally identical — pick one and stay consistent. Triple quotes preserve line breaks and are common for multi-line text or docstrings.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has a position: 0-based from the left, or -1-based from the right.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1371600"/>
        </p:xfrm>
        <a:graphic>
          <a:graphicData uri="http://schemas.openxmlformats.org/drawingml/2006/table">
            <a:tbl>
              <a:tblPr/>
              <a:tblGrid>
                <a:gridCol w="2377440"/>
                <a:gridCol w="1444752"/>
                <a:gridCol w="1444752"/>
                <a:gridCol w="1444752"/>
                <a:gridCol w="1444752"/>
                <a:gridCol w="1444752"/>
                <a:gridCol w="14447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Index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947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13A4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959352"/>
            <a:ext cx="10607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"Python"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print(s[0])    # P   (first character)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print(s[5])    # n   (last character)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print(s[-1])   # n   (last character, negative)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print(s[-6])   # P   (first character, negative)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8978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062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out-of-range index (e.g. s[10]) raises an IndexError. Negative indexing (s[-1]) is idiomatic Python.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substring with s[start:stop:step] — start is inclusive, stop is exclusive.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67712"/>
            <a:ext cx="1060704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"Python Programming"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print(s[0:6])    # 'Python'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print(s[7:])     # 'Programming'   (omit stop)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print(s[:6])     # 'Python'        (omit start)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print(s[::2])    # 'Pto rgamn'     (every 2nd char)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print(s[::-1])   # 'gnimmargorP nohtyP'  (reversed)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965192"/>
            <a:ext cx="10515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s[::-1] is the classic idiom for reversing a string. Unlike single-index access, slicing never raises an IndexError — s[0:100] simply returns what's available, even past the string's end.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Operators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0312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103120"/>
                <a:gridCol w="49377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 + s2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two strings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 * 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 a string n times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 in 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sub is found within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Non-membership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 not in 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sub is not found within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142232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 " + age)        # TypeError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 " + str(age))   # 'Age: 25'  (must convert explicitly)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6F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696712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+ between a string and a non-string (like an int) raises a TypeError — a very common beginner bug. Convert with str() first.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Are Immutable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change a character in place — any “modification” actually creates a new string.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50592"/>
            <a:ext cx="106070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"hello"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s[0] = "H"        # TypeError: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'str' object does not support item assignment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"H" + s[1:]      # creates a new string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print(s)              # 'Hello'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56632"/>
            <a:ext cx="10515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just names pointing to string objects. Reassignment points the name at a new object rather than mutating the old one — worth pausing on this conceptually before moving to lists.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Methods: Transforming Text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.lower()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to lowercase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"HI".lower() → 'hi'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.upper()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to uppercase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"hi".upper() → 'HI'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.strip()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leading/trailing whitespace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  hi  ".strip() → 'hi'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.replace(old, new)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all occurrences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"hi hi".replace("hi","bye")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187952"/>
            <a:ext cx="10607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  Learning Python is Fun  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print(text.strip())            # 'Learning Python is Fun'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print(text.strip().lower())    # 'learning python is fun'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5778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AF6F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never modify the original — they always return a new string. text.strip() doesn't change text unless reassigned: text = text.strip().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Methods: Searching &amp; Splitting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60604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  <a:gridCol w="43891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.split(sep)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into a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"a,b,c".split(",") → ['a','b','c']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.join(iter)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a list into a 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"-".join(['a','b']) → 'a-b'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.find(sub)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of first match, or 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"hello".find("l") →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.count(sub)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occurrences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"hello".count("l") →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.startswith(sub)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string starts with sub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"hello".startswith("he")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599432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"a   b"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print(s.split())      # ['a', 'b']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print(s.split(" "))   # ['a', '', '', 'b']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AF6F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.split() with no args splits on any whitespace and discards empties; .split(" ") splits on the literal space and can produce empty strings.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 Strings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common ways to build strings with embedded values, from oldest to newest.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3429000"/>
          </a:xfrm>
          <a:prstGeom prst="roundRect">
            <a:avLst>
              <a:gd name="adj" fmla="val 2133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30552"/>
            <a:ext cx="1060704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"Ava"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30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%-formatting (legacy)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print("%s is %d years old" % (name, age))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.format()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print("{} is {} years old".format(name, age))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f-strings (Python 3.6+, preferred)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 is {age} years old")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5321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696712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f-strings as the default — they're the most readable and the fastest. They can also contain expressions: f"{name.upper()} turns {age + 1} next year".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Exercise — Predict the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1060704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  Data Science with Python  "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print(s.strip().upper())              # ?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print(s.strip().split()[1])           # ?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print(s.strip()[::-1])                # ?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print("Python" in s)                  # ?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print(len(s.strip()))                 # 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to predict each line before revealing the answers.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SCIENCE WITH PYTHON     Science     nohtyP htiw ecneicS ataD     True     23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  |  Graduate Workshop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5760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760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607040" y="640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f''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92640" y="13716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lists and tuples — sequences you can (and can't) mutate.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2026-08-14T06:34:34Z</dcterms:created>
  <dcterms:modified xsi:type="dcterms:W3CDTF">2026-08-14T06:34:34Z</dcterms:modified>
</cp:coreProperties>
</file>