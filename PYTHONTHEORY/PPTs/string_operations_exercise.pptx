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486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0" y="548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14173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[-4:]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0" y="26517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881360" y="3520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66960" y="4572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Card Generator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exercise, every string operation from today's session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Python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&amp; Starter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messy raw contact data and turn it into a clean, formatted profile card — using every string operation from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10607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 = """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naveen   KUMAR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naveen.kumar@COMPANY.com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+91-98765-43210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45152"/>
            <a:ext cx="10515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simulates a real messy form submission: extra whitespace, inconsistent casing, and a phone number with dashes. Students will clean, extract, and reformat it step by step.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Normalizing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6035040"/>
                <a:gridCol w="402336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raw_data into name / email /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.strip()  .split()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casing on name and 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.title()  .lower()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irregular spacing in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.split()  .join()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685032"/>
            <a:ext cx="1060704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raw_data.strip().split("\n")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email, phone = lines[0].strip(), lines[1].strip(), lines[2].strip()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name.title()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= email.lower()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 ".join(name.split())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print(name)   # 'Naveen Kumar'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Extracting &amp; Validating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5852160"/>
                <a:gridCol w="420624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initials from first letters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indexing  +  operator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the email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slicing  .find()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the email 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  not 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685032"/>
            <a:ext cx="1060704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first, last = name.split()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initials = first[0] + last[0]        # 'NK'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at_index = email.find("@")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= email[at_index + 1:]        # 'company.com'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 = "@" in email and " " not in email   # True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7–8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Masking the Phone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280160"/>
        </p:xfrm>
        <a:graphic>
          <a:graphicData uri="http://schemas.openxmlformats.org/drawingml/2006/table">
            <a:tbl>
              <a:tblPr/>
              <a:tblGrid>
                <a:gridCol w="1005840"/>
                <a:gridCol w="5852160"/>
                <a:gridCol w="42062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dashes from the phone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.replace()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all but the last 4 digits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slicing  *  operator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36499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clean_phone = phone.replace("-", "")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print(clean_phone)      # '+919876543210'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masked_phone = "*" * (len(clean_phone) - 4) + clean_phone[-4:]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print(masked_phone)     # '*********3210'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376672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masking formula reuses two ideas at once — the * operator to repeat a character, and negative-index slicing to grab the last 4 digits. A good moment to connect back to earlier slides.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Quiz: Immutability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Step 7 runs, what is the value of the original phone variable?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3347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= "+91-98765-43210"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clean_phone = phone.replace("-", "")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print(phone)          # ?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print(clean_phone)    #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36592"/>
            <a:ext cx="10515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Notes: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is unchanged — still "+91-98765-43210". .replace() never modifies a string in place; it returns a brand-new string, which here was assigned to clean_phone. This is the immutability concept from earlier in the lesson, showing up in a practical context.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F-STRINGS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Assembling the Profile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493776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= f"""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{'=' * 30}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 CARD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{'=' * 30}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    : {name}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Initials : {initials}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   : {email}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Domain   : {domain}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Phone    : {masked_phone}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    : {is_valid}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{'=' * 30}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print(card)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25159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267712"/>
            <a:ext cx="49377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 CARD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    : Naveen Kumar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Initials : NK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   : naveen.kumar@company.com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Domain   : company.com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Phone    : *********3210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    : True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STEP DEMONSTRATES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Map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00200"/>
          <a:ext cx="7772400" cy="4709160"/>
        </p:xfrm>
        <a:graphic>
          <a:graphicData uri="http://schemas.openxmlformats.org/drawingml/2006/table">
            <a:tbl>
              <a:tblPr/>
              <a:tblGrid>
                <a:gridCol w="1554480"/>
                <a:gridCol w="6217920"/>
              </a:tblGrid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Creation, .strip(), .split()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.title(), .lower()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.split() + .join() together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Indexing, + operator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Slicing, .find()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in, not in operators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.replace()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Slicing, * operator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Immutability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f-strings, multi-line strings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Profile Card Generator  |  Graduate Workshop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20240" y="5806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5806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07040" y="640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1371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[-4:]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format: 15–20 minutes, in pairs.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only the starter data and numbered tasks — no code.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concept map at the end for self-checking.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2026-08-14T07:46:34Z</dcterms:created>
  <dcterms:modified xsi:type="dcterms:W3CDTF">2026-08-14T07:46:34Z</dcterms:modified>
</cp:coreProperties>
</file>